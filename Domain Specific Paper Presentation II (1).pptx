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  <a:t>3/4/2026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000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5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8437-7AE8-7132-74BF-F9B34688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E72C5-52C7-CC06-425D-E644FE68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EAB1-1830-7920-365E-5857F64D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6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B38897-1384-41D0-8D2B-BBB64548DD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91ee48-ca27-4fcf-b5de-98ddf097c65b"/>
    <ds:schemaRef ds:uri="aa0e8f73-967c-4e13-b55c-6b4dcdfd43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703F4C-A684-46B9-B306-BF2B5B491245}">
  <ds:schemaRefs>
    <ds:schemaRef ds:uri="http://schemas.microsoft.com/office/2006/documentManagement/types"/>
    <ds:schemaRef ds:uri="http://schemas.microsoft.com/office/2006/metadata/properties"/>
    <ds:schemaRef ds:uri="9091ee48-ca27-4fcf-b5de-98ddf097c65b"/>
    <ds:schemaRef ds:uri="http://schemas.microsoft.com/office/infopath/2007/PartnerControls"/>
    <ds:schemaRef ds:uri="http://purl.org/dc/dcmitype/"/>
    <ds:schemaRef ds:uri="aa0e8f73-967c-4e13-b55c-6b4dcdfd4341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2257</TotalTime>
  <Words>33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Times New Roman</vt:lpstr>
      <vt:lpstr>Office Theme</vt:lpstr>
      <vt:lpstr>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PRAVEEN KUMAR</cp:lastModifiedBy>
  <cp:revision>140</cp:revision>
  <dcterms:created xsi:type="dcterms:W3CDTF">2006-08-16T00:00:00Z</dcterms:created>
  <dcterms:modified xsi:type="dcterms:W3CDTF">2026-03-04T09:14:58Z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1033-12.2.0.13489</vt:lpwstr>
  </property>
  <property fmtid="{D5CDD505-2E9C-101B-9397-08002B2CF9AE}" pid="3" name="ICV">
    <vt:lpwstr>770EA04E17C140C9921074617930298C_13</vt:lpwstr>
  </property>
  <property fmtid="{D5CDD505-2E9C-101B-9397-08002B2CF9AE}" pid="4" name="ContentTypeId">
    <vt:lpwstr>0x01010098F1BCB14E108D43AB233A31F986D556</vt:lpwstr>
  </property>
</Properties>
</file>