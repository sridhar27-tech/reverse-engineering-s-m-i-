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Orange Waves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SRIDHAR.M</dc:creator>
  <cp:lastModifiedBy>Sri Dhar</cp:lastModifiedBy>
  <cp:revision>3</cp:revision>
  <dcterms:created xsi:type="dcterms:W3CDTF">2025-07-23T00:59:00Z</dcterms:created>
  <dcterms:modified xsi:type="dcterms:W3CDTF">2026-02-17T15:37:01Z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1D0CC7A7A127484FB3C4876F131B0DDA_11</vt:lpwstr>
  </property>
  <property fmtid="{D5CDD505-2E9C-101B-9397-08002B2CF9AE}" pid="3" name="KSOProductBuildVer">
    <vt:lpwstr>1033-12.2.0.23196</vt:lpwstr>
  </property>
</Properties>
</file>